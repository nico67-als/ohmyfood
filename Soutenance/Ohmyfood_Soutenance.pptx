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4041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005840"/>
            <a:ext cx="2926080" cy="2926080"/>
          </a:xfrm>
          <a:prstGeom prst="ellipse">
            <a:avLst/>
          </a:prstGeom>
          <a:solidFill>
            <a:srgbClr val="9356D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91840"/>
            <a:ext cx="2377440" cy="2377440"/>
          </a:xfrm>
          <a:prstGeom prst="ellipse">
            <a:avLst/>
          </a:prstGeom>
          <a:solidFill>
            <a:srgbClr val="FF79D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FF79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ohmyfood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Soutenance — Projet 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une maquette mobile-first avec des animations CSS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611880"/>
            <a:ext cx="502920" cy="45720"/>
          </a:xfrm>
          <a:prstGeom prst="rect">
            <a:avLst/>
          </a:prstGeom>
          <a:solidFill>
            <a:srgbClr val="FF79D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840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Grasser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Intégrateur web — OpenClassrooms  •  16 juin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5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 programme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79192" cy="3108960"/>
          </a:xfrm>
          <a:prstGeom prst="roundRect">
            <a:avLst>
              <a:gd name="adj" fmla="val 3413"/>
            </a:avLst>
          </a:prstGeom>
          <a:solidFill>
            <a:srgbClr val="F6F6F6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25880"/>
            <a:ext cx="2679192" cy="109728"/>
          </a:xfrm>
          <a:prstGeom prst="rect">
            <a:avLst/>
          </a:prstGeom>
          <a:solidFill>
            <a:srgbClr val="9356D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60020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9356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" y="2286000"/>
            <a:ext cx="23134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Sass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&amp; breakpoints (mixins)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0712" y="1325880"/>
            <a:ext cx="2679192" cy="3108960"/>
          </a:xfrm>
          <a:prstGeom prst="roundRect">
            <a:avLst>
              <a:gd name="adj" fmla="val 3413"/>
            </a:avLst>
          </a:prstGeom>
          <a:solidFill>
            <a:srgbClr val="F6F6F6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10712" y="1325880"/>
            <a:ext cx="2679192" cy="109728"/>
          </a:xfrm>
          <a:prstGeom prst="rect">
            <a:avLst/>
          </a:prstGeom>
          <a:solidFill>
            <a:srgbClr val="FF79DA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60020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7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Animations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11880" y="2286000"/>
            <a:ext cx="23134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like (le cœur)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Sélecteur de plat (le check)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 de la page d'accueil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2784" y="1325880"/>
            <a:ext cx="2679192" cy="3108960"/>
          </a:xfrm>
          <a:prstGeom prst="roundRect">
            <a:avLst>
              <a:gd name="adj" fmla="val 3413"/>
            </a:avLst>
          </a:prstGeom>
          <a:solidFill>
            <a:srgbClr val="F6F6F6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72784" y="1325880"/>
            <a:ext cx="2679192" cy="109728"/>
          </a:xfrm>
          <a:prstGeom prst="rect">
            <a:avLst/>
          </a:prstGeom>
          <a:solidFill>
            <a:srgbClr val="1FAE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160020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A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Composants &amp; mise en page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73952" y="2286000"/>
            <a:ext cx="23134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Boutons &amp; liens (ancre, mailto)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Box-shadow + z-index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« Nouveau »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de la page menu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</a:t>
            </a:r>
            <a:r>
              <a:rPr lang="en-US" sz="1250" dirty="0" err="1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cliquables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ohmyfood — Soutenance Projet 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9356D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5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Organisation du code en Sass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CSS écrit en Sass puis compilé.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découpés en partials (_fichier.scss).</a:t>
            </a:r>
            <a:endParaRPr lang="en-US" sz="145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abstracts/ : variables + mixins (aucun CSS généré).</a:t>
            </a:r>
            <a:endParaRPr lang="en-US" sz="145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 : loader, animations.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points d'entrée : main.scss et menu.scss.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Importés avec @use.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0" y="132588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2B2240"/>
          </a:solidFill>
          <a:ln/>
          <a:effectLst>
            <a:outerShdw blurRad="1143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490472"/>
            <a:ext cx="365760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99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scss/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abstracts/   _variables  _mixin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components/  _loader  _animations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_header.scss   _footer.scss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main.scss   → main.css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└─ menu.scss   → menu.css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main.scss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@use 'abstracts/variables' as *;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@use 'abstracts/mixin' as *;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@use 'header';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@use 'components/loader';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35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Découper pour mieux maintenir » — DRY et lisibilité.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ohmyfood — Soutenance Projet 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9356D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5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 &amp; breakpoints (mixins)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CSS de base décrit le mobile.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media queries élargissent vers le haut.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paliers : 768 px (tablette), 1024 px (desktop).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mixin par </a:t>
            </a:r>
            <a:r>
              <a:rPr lang="en-US" sz="1450" dirty="0" err="1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palier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0" y="13258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2B2240"/>
          </a:solidFill>
          <a:ln/>
          <a:effectLst>
            <a:outerShdw blurRad="1143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490472"/>
            <a:ext cx="365760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$breakpoint-tablet : 768px;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$breakpoint-desktop : 1024px;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@mixin tablet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@media (min-width:$breakpoint-tablet){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@content;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.restaurants__cards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9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flex-direction: column;   // mobile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@include tablet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9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flex-direction: row;    // ≥768px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ohmyfood — Soutenance Projet 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9356D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5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bouton like — animation du cœur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CSS, sans JavaScript.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checkbox cachée (opacity:0) dans un &lt;label&gt;.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cœurs SVG superposés : vide + plein (dégradé).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clip-path révèle le cœur plein du bas vers le haut.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935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transition gère seule le sens inverse.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103120" y="3703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935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280160" y="4160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 → plein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3258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2B2240"/>
          </a:solidFill>
          <a:ln/>
          <a:effectLst>
            <a:outerShdw blurRad="1143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490472"/>
            <a:ext cx="36576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&amp;-icon-fill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9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clip-path: inset(100% 0 0 0);   // masqué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clip-path 600ms ease;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case cochée → le cœur se remplit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:checked ~ .like-icon .like-icon-fill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9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clip-path: inset(0 0 0 0);       // révélé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ohmyfood — Soutenance Projet 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9356D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5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sélecteur de plat — le check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pastille verte avec une coche, à droite de la carte.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Largeur nulle au repos (flex-basis: 0) + overflow:hidden.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survol, elle se déploie à 59px ; retour fluide en quittant.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935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: elle se découvre de la droite vers la gauche.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blurRad="63500" dist="127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3794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Filet de bœuf aux herbes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3794760"/>
            <a:ext cx="548640" cy="640080"/>
          </a:xfrm>
          <a:prstGeom prst="rect">
            <a:avLst/>
          </a:prstGeom>
          <a:solidFill>
            <a:srgbClr val="99E2D0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37947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0" y="13258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2B2240"/>
          </a:solidFill>
          <a:ln/>
          <a:effectLst>
            <a:outerShdw blurRad="1143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490472"/>
            <a:ext cx="36576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&amp;-check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9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flex: 0 0 0;            // largeur 0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overflow: hidden;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flex-basis 400ms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ease-in-out;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&amp;:hover &amp;-check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9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flex-basis: 59px;       // se déploie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ohmyfood — Soutenance Projet 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9356D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5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loader de la page d'accueil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voile plein écran : position:fixed; inset:0; z-index:999.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spinner tourne en boucle (rotation infinie).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disparaît tout seul après 3 s grâce à un delay.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935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conserve l'état final (opacité 0).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148840" y="3657600"/>
            <a:ext cx="640080" cy="6400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9356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3657600"/>
            <a:ext cx="146304" cy="146304"/>
          </a:xfrm>
          <a:prstGeom prst="ellipse">
            <a:avLst/>
          </a:prstGeom>
          <a:solidFill>
            <a:srgbClr val="FF79DA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4297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2B2240"/>
          </a:solidFill>
          <a:ln/>
          <a:effectLst>
            <a:outerShdw blurRad="1143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490472"/>
            <a:ext cx="365760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spin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9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{ transform: rotate(360deg); 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loader-hide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9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{ opacity:0; pointer-events:none; 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.loader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fixed; inset: 0; z-index: 999;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animation: loader-hide .5s ease 3s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forwards;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.loader__spinner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animation: spin .8s linear infinite;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ohmyfood — Soutenance Projet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9356D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5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Boutons &amp; liens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Explorer » et « Commander » partagent un mixin button.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Dégradé violet→rose + transition au survol (DRY).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Explorer » = ancre interne vers #restaurants.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Contact » = lien mailto: ouvre le client mail.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9356D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6118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nos restaurants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32588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2B2240"/>
          </a:solidFill>
          <a:ln/>
          <a:effectLst>
            <a:outerShdw blurRad="1143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490472"/>
            <a:ext cx="365760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@mixin button {                 // factorisé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linear-gradient(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9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 top, $primary, $secondary);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opacity 400ms,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box-shadow 400ms;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9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&amp;:hover { opacity:.85; ... 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.hero__btn   { @include button; 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.carte__button { @include button; 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href="#restaurants"&gt;Explorer…&lt;/a&gt;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href="mailto:contact@ohmyfood.com"&gt;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ohmyfood — Soutenance Projet 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9356D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5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Box-shadow + z-index sur le header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l'ombre du header était masquée par la section suivante.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: sans z-index, l'ordre du flux recouvre l'ombre.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position:relative crée un contexte d'empilement.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935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z-index plus élevé → l'ombre passe au-dessus.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14400" y="3703320"/>
            <a:ext cx="2103120" cy="411480"/>
          </a:xfrm>
          <a:prstGeom prst="rect">
            <a:avLst/>
          </a:prstGeom>
          <a:solidFill>
            <a:srgbClr val="9356DC"/>
          </a:solidFill>
          <a:ln/>
          <a:effectLst>
            <a:outerShdw blurRad="889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703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 z-index: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43000" y="4023360"/>
            <a:ext cx="2103120" cy="411480"/>
          </a:xfrm>
          <a:prstGeom prst="rect">
            <a:avLst/>
          </a:prstGeom>
          <a:solidFill>
            <a:srgbClr val="DAD0EC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023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 z-index: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3258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2B2240"/>
          </a:solidFill>
          <a:ln/>
          <a:effectLst>
            <a:outerShdw blurRad="1143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490472"/>
            <a:ext cx="36576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.header__brand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box-shadow: $shadow-sm;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relative;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9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z-index: 2;     // au-dessus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.location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relative;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9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z-index: 1;     // sinon ombre masquée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ohmyfood — Soutenance Projet 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9356D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5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badge « Nouveau »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Étiquette posée par-dessus la photo, en haut à droite.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conteneur de l'image est position:relative (référent).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badge est position:absolute → sort du flux.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935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/ right le calent dans le coin, sur l'image.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005840" y="361188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3749040"/>
            <a:ext cx="594360" cy="274320"/>
          </a:xfrm>
          <a:prstGeom prst="rect">
            <a:avLst/>
          </a:prstGeom>
          <a:solidFill>
            <a:srgbClr val="99E2D0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3749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8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0" y="13258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2B2240"/>
          </a:solidFill>
          <a:ln/>
          <a:effectLst>
            <a:outerShdw blurRad="1143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490472"/>
            <a:ext cx="36576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.restaurants-card__image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relative;   // référent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.restaurants-card__badge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absolute;   // sort du flux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9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top: 15px;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9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right: 15px;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ohmyfood — Soutenance Projet 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9356D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5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header de la page menu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logo parfaitement centré, flèche retour à gauche.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à 3 colonnes : 1fr auto 1fr.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colonne centrale (auto) tient le logo, pile au milieu.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935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justify-self: start cale la flèche à gauche.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1005840" cy="640080"/>
          </a:xfrm>
          <a:prstGeom prst="rect">
            <a:avLst/>
          </a:prstGeom>
          <a:solidFill>
            <a:srgbClr val="F0EAFA"/>
          </a:solidFill>
          <a:ln w="12700">
            <a:solidFill>
              <a:srgbClr val="935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657600"/>
            <a:ext cx="100584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5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1fr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3657600"/>
            <a:ext cx="1005840" cy="640080"/>
          </a:xfrm>
          <a:prstGeom prst="rect">
            <a:avLst/>
          </a:prstGeom>
          <a:solidFill>
            <a:srgbClr val="9356DC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3657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3657600"/>
            <a:ext cx="1005840" cy="640080"/>
          </a:xfrm>
          <a:prstGeom prst="rect">
            <a:avLst/>
          </a:prstGeom>
          <a:solidFill>
            <a:srgbClr val="F0EAFA"/>
          </a:solidFill>
          <a:ln w="12700">
            <a:solidFill>
              <a:srgbClr val="935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657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5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2B2240"/>
          </a:solidFill>
          <a:ln/>
          <a:effectLst>
            <a:outerShdw blurRad="1143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490472"/>
            <a:ext cx="36576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.header-menu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9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1fr auto 1fr;   // logo centré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.header-menu__icon-a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9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justify-self: start;  // flèche à gauche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ohmyfood — Soutenance Projet 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9356D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5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Rendre les cartes cliquables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toute la carte mène au menu, sans casser le like.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: un &lt;a&gt; ne peut pas contenir le like (interactif).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carte entière dans un lien = HTML invalide (W3C).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« stretched link » : un seul lien sur le titre.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5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::after (absolute, inset:0) recouvre toute la carte.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935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like garde un z-index supérieur → reste cliquable.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0" y="13258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2B2240"/>
          </a:solidFill>
          <a:ln/>
          <a:effectLst>
            <a:outerShdw blurRad="1143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490472"/>
            <a:ext cx="365760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 seul lien valide, sur le titre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class="card__title-link" href=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"restaurants/menu_x.html"&gt;…&lt;/a&gt;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.restaurants-card { position: relative; 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7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.card__title-link::after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content: "";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absolute;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9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inset: 0;          // couvre la carte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.restaurants-card__like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99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z-index: 1;        // like au-dessus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ohmyfood — Soutenance Projet 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1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108960"/>
            <a:ext cx="2743200" cy="2743200"/>
          </a:xfrm>
          <a:prstGeom prst="ellipse">
            <a:avLst/>
          </a:prstGeom>
          <a:solidFill>
            <a:srgbClr val="9356D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-822960"/>
            <a:ext cx="2377440" cy="2377440"/>
          </a:xfrm>
          <a:prstGeom prst="ellipse">
            <a:avLst/>
          </a:prstGeom>
          <a:solidFill>
            <a:srgbClr val="FF79D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 résumer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mobile-first, en Sass découpé et sans framework.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100 % CSS, jouées dans les deux sens (hover).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(clip-path), check (flex-basis), loader (keyframes + delay).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à 2 paliers via des mixins réutilisables.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99E2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 — place à vos questions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1399</Words>
  <Application>Microsoft Office PowerPoint</Application>
  <PresentationFormat>Affichage à l'écran (16:9)</PresentationFormat>
  <Paragraphs>256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Ohmyfood - Soutenance</dc:title>
  <dc:subject>PptxGenJS Presentation</dc:subject>
  <dc:creator>Nicolas Grasser</dc:creator>
  <cp:lastModifiedBy>Nicolas Grasser</cp:lastModifiedBy>
  <cp:revision>6</cp:revision>
  <dcterms:created xsi:type="dcterms:W3CDTF">2026-06-10T08:33:13Z</dcterms:created>
  <dcterms:modified xsi:type="dcterms:W3CDTF">2026-06-15T09:44:00Z</dcterms:modified>
</cp:coreProperties>
</file>